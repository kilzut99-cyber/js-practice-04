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ru-BY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91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1C83612-729C-14AD-C5AD-8AD5B6CCFB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ru-BY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E576D007-4D82-8AC0-2858-211C30D032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ru-BY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671A762-AB4F-23D7-C727-3999D94907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DDB05E-D7C5-42D0-A7E2-E17043E412FB}" type="datetimeFigureOut">
              <a:rPr lang="ru-BY" smtClean="0"/>
              <a:t>08.03.2026</a:t>
            </a:fld>
            <a:endParaRPr lang="ru-BY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6341F40-0536-8056-9D61-608D0A087C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BY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314AB99-BE4F-E448-9CA6-DA815F191F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BED06-45F4-4FCD-8561-E89DA12CAF20}" type="slidenum">
              <a:rPr lang="ru-BY" smtClean="0"/>
              <a:t>‹#›</a:t>
            </a:fld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20364415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17242BE-6F72-966D-FAF6-EFFFC59C81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BY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87F676A-328B-E406-00A5-C42BAC2FE4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BY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FA44D45-FD50-DA20-A1CF-91AD2FFAFE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DDB05E-D7C5-42D0-A7E2-E17043E412FB}" type="datetimeFigureOut">
              <a:rPr lang="ru-BY" smtClean="0"/>
              <a:t>08.03.2026</a:t>
            </a:fld>
            <a:endParaRPr lang="ru-BY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C4B470D-F15C-26CC-04CA-F190ED3BCD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BY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153DE1F-F662-5CC1-89CD-A2AA823301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BED06-45F4-4FCD-8561-E89DA12CAF20}" type="slidenum">
              <a:rPr lang="ru-BY" smtClean="0"/>
              <a:t>‹#›</a:t>
            </a:fld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36026380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F898E00-C773-5975-6054-37EF69AAE8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ru-BY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9C8D3BA-64FB-301B-D18A-1A6DF3B356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E988CED-94EC-A312-BDF2-087B001625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DDB05E-D7C5-42D0-A7E2-E17043E412FB}" type="datetimeFigureOut">
              <a:rPr lang="ru-BY" smtClean="0"/>
              <a:t>08.03.2026</a:t>
            </a:fld>
            <a:endParaRPr lang="ru-BY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737EF1B-56D0-F98A-CD46-46B35E4560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BY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1E1BC10-E377-F0CD-B110-4685BFBA43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BED06-45F4-4FCD-8561-E89DA12CAF20}" type="slidenum">
              <a:rPr lang="ru-BY" smtClean="0"/>
              <a:t>‹#›</a:t>
            </a:fld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32318078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CC73FC2-8D27-209F-8013-D5FD5DF861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BY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4172FDF-42E9-7AC1-DCCC-58D3FF0A9A7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BY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B8F15F88-02B4-EDE5-0DD9-5B8443B92A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BY"/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D417C673-64B4-1223-E972-AAB2AC16FE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DDB05E-D7C5-42D0-A7E2-E17043E412FB}" type="datetimeFigureOut">
              <a:rPr lang="ru-BY" smtClean="0"/>
              <a:t>08.03.2026</a:t>
            </a:fld>
            <a:endParaRPr lang="ru-BY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A8A82084-212D-FB8C-0E02-E5BCF2B8B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BY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72C1E5A-FFF1-0127-C2FF-B5DF386554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BED06-45F4-4FCD-8561-E89DA12CAF20}" type="slidenum">
              <a:rPr lang="ru-BY" smtClean="0"/>
              <a:t>‹#›</a:t>
            </a:fld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24411669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F955071-4277-494A-5FD4-4937E5B675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ru-BY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1C46D81-160C-3C5E-2E75-B7BA388F55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65077678-BA07-223E-577D-C97A5E6FC6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BY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53F7BCB0-8C53-D7C3-7105-D886E57AFF1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1101DC8E-1C6B-3BC3-69C8-AD25D9BC4F0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BY"/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33864FEF-02FF-E22E-9213-BC3498BA75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DDB05E-D7C5-42D0-A7E2-E17043E412FB}" type="datetimeFigureOut">
              <a:rPr lang="ru-BY" smtClean="0"/>
              <a:t>08.03.2026</a:t>
            </a:fld>
            <a:endParaRPr lang="ru-BY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15F868AA-90EE-8A59-57E9-B5118B5228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BY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597E6802-032D-C4E9-6F83-15BBCE01F8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BED06-45F4-4FCD-8561-E89DA12CAF20}" type="slidenum">
              <a:rPr lang="ru-BY" smtClean="0"/>
              <a:t>‹#›</a:t>
            </a:fld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8059878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C97BC7A-E821-675D-B9D1-4E8DD41792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BY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7AA0D523-E7F8-2256-59D3-E3FB68BABC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DDB05E-D7C5-42D0-A7E2-E17043E412FB}" type="datetimeFigureOut">
              <a:rPr lang="ru-BY" smtClean="0"/>
              <a:t>08.03.2026</a:t>
            </a:fld>
            <a:endParaRPr lang="ru-BY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CB5EA248-78A9-991A-D602-46EEDBDF99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BY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D9EA1E63-FDD5-CAD0-3A7A-824423B2FD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BED06-45F4-4FCD-8561-E89DA12CAF20}" type="slidenum">
              <a:rPr lang="ru-BY" smtClean="0"/>
              <a:t>‹#›</a:t>
            </a:fld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13531309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0CF4BE21-CFD3-CA36-504F-143EDE1B40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DDB05E-D7C5-42D0-A7E2-E17043E412FB}" type="datetimeFigureOut">
              <a:rPr lang="ru-BY" smtClean="0"/>
              <a:t>08.03.2026</a:t>
            </a:fld>
            <a:endParaRPr lang="ru-BY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8B0C31CA-3D7C-F4F4-20A9-1A0013C18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BY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D048B26-6FAD-FE93-4D4B-F83B1BFEE4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BED06-45F4-4FCD-8561-E89DA12CAF20}" type="slidenum">
              <a:rPr lang="ru-BY" smtClean="0"/>
              <a:t>‹#›</a:t>
            </a:fld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16162769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15087BC-6AB8-4D4A-BE7C-F62AC5CB36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ru-BY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C9AD9A7-537C-8E52-7CAF-7C58BC2853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BY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FCC66999-F90F-C84B-2463-B93CAEC852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48B59941-D41D-8288-6BEA-5224FF978B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DDB05E-D7C5-42D0-A7E2-E17043E412FB}" type="datetimeFigureOut">
              <a:rPr lang="ru-BY" smtClean="0"/>
              <a:t>08.03.2026</a:t>
            </a:fld>
            <a:endParaRPr lang="ru-BY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BC8F8D3-CC3D-154F-521D-8AD227763B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BY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6C82E0F5-5621-DA2B-CE10-5D55EDFB60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BED06-45F4-4FCD-8561-E89DA12CAF20}" type="slidenum">
              <a:rPr lang="ru-BY" smtClean="0"/>
              <a:t>‹#›</a:t>
            </a:fld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20803969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4257C8A-242B-39BD-C08D-D019DA7044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ru-BY"/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CA7D4D02-FC42-8770-01EE-B2838843D50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BY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E626FF0B-318D-8219-9B3A-4ADB308A12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884AF3DA-72C9-8562-5154-517684AB3E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DDB05E-D7C5-42D0-A7E2-E17043E412FB}" type="datetimeFigureOut">
              <a:rPr lang="ru-BY" smtClean="0"/>
              <a:t>08.03.2026</a:t>
            </a:fld>
            <a:endParaRPr lang="ru-BY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8A7566F9-742A-7EEF-8E92-3F6152861B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BY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EFDC22B-DA02-9858-7CB8-A839515C3E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BED06-45F4-4FCD-8561-E89DA12CAF20}" type="slidenum">
              <a:rPr lang="ru-BY" smtClean="0"/>
              <a:t>‹#›</a:t>
            </a:fld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12497990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9B811F8-4F04-78C5-A381-6C7945F8E8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BY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3A6BD299-446A-CB04-E4D5-F32032E481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BY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1F5590C-067B-125B-F891-9B9F0749B8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DDB05E-D7C5-42D0-A7E2-E17043E412FB}" type="datetimeFigureOut">
              <a:rPr lang="ru-BY" smtClean="0"/>
              <a:t>08.03.2026</a:t>
            </a:fld>
            <a:endParaRPr lang="ru-BY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B597FA0-F3E2-250E-7EC6-B4539D3756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BY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A0F09C2-A5E6-5B8C-535C-50337FFAFD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BED06-45F4-4FCD-8561-E89DA12CAF20}" type="slidenum">
              <a:rPr lang="ru-BY" smtClean="0"/>
              <a:t>‹#›</a:t>
            </a:fld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32251963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39DF041D-7410-2E70-5A27-07C501A6D68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ru-BY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D15665F0-0031-D5D9-F829-518F3B131AC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BY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7E02E3D-C070-249E-B6C2-57D9BE54E5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DDB05E-D7C5-42D0-A7E2-E17043E412FB}" type="datetimeFigureOut">
              <a:rPr lang="ru-BY" smtClean="0"/>
              <a:t>08.03.2026</a:t>
            </a:fld>
            <a:endParaRPr lang="ru-BY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474B808-B5EA-7284-11BB-62D59BAEEA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BY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6DBEC07-98D4-07AB-0592-D2A40F2450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BED06-45F4-4FCD-8561-E89DA12CAF20}" type="slidenum">
              <a:rPr lang="ru-BY" smtClean="0"/>
              <a:t>‹#›</a:t>
            </a:fld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37938421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C798177-0C19-1838-BB4C-BE17601889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ru-BY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1F7B768-54EB-1654-B3B4-23E7A66D58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BY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001FEAE-6A87-51F8-B891-3D772AB4324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8DDB05E-D7C5-42D0-A7E2-E17043E412FB}" type="datetimeFigureOut">
              <a:rPr lang="ru-BY" smtClean="0"/>
              <a:t>08.03.2026</a:t>
            </a:fld>
            <a:endParaRPr lang="ru-BY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E39F3B8-4E84-1005-848F-A7F5381AD20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BY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2748DF3-6AE8-C1B4-96D5-77D079A99F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50BED06-45F4-4FCD-8561-E89DA12CAF20}" type="slidenum">
              <a:rPr lang="ru-BY" smtClean="0"/>
              <a:t>‹#›</a:t>
            </a:fld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31482517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BY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Рисунок 8" descr="Изображение выглядит как текст, снимок экрана, программное обеспечение, Мультимедийное программное обеспечение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2B05554D-6E53-561B-90BF-7EC2C47649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192932" y="401216"/>
            <a:ext cx="11806135" cy="6647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389559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0</Words>
  <Application>Microsoft Office PowerPoint</Application>
  <PresentationFormat>Широкоэкранный</PresentationFormat>
  <Paragraphs>0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Тема Office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Александр Александр</dc:creator>
  <cp:lastModifiedBy>Александр Александр</cp:lastModifiedBy>
  <cp:revision>2</cp:revision>
  <dcterms:created xsi:type="dcterms:W3CDTF">2026-03-07T21:05:46Z</dcterms:created>
  <dcterms:modified xsi:type="dcterms:W3CDTF">2026-03-07T21:10:17Z</dcterms:modified>
</cp:coreProperties>
</file>