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83612-729C-14AD-C5AD-8AD5B6CCFB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576D007-4D82-8AC0-2858-211C30D032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71A762-AB4F-23D7-C727-3999D9490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DB05E-D7C5-42D0-A7E2-E17043E412FB}" type="datetimeFigureOut">
              <a:rPr lang="ru-BY" smtClean="0"/>
              <a:t>08.03.2026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341F40-0536-8056-9D61-608D0A087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14AB99-BE4F-E448-9CA6-DA815F191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BED06-45F4-4FCD-8561-E89DA12CAF20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036441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7242BE-6F72-966D-FAF6-EFFFC59C8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7F676A-328B-E406-00A5-C42BAC2FE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A44D45-FD50-DA20-A1CF-91AD2FFAF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DB05E-D7C5-42D0-A7E2-E17043E412FB}" type="datetimeFigureOut">
              <a:rPr lang="ru-BY" smtClean="0"/>
              <a:t>08.03.2026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4B470D-F15C-26CC-04CA-F190ED3BC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53DE1F-F662-5CC1-89CD-A2AA82330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BED06-45F4-4FCD-8561-E89DA12CAF20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602638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898E00-C773-5975-6054-37EF69AA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C8D3BA-64FB-301B-D18A-1A6DF3B35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988CED-94EC-A312-BDF2-087B00162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DB05E-D7C5-42D0-A7E2-E17043E412FB}" type="datetimeFigureOut">
              <a:rPr lang="ru-BY" smtClean="0"/>
              <a:t>08.03.2026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37EF1B-56D0-F98A-CD46-46B35E456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E1BC10-E377-F0CD-B110-4685BFBA4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BED06-45F4-4FCD-8561-E89DA12CAF20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231807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C73FC2-8D27-209F-8013-D5FD5DF86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172FDF-42E9-7AC1-DCCC-58D3FF0A9A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8F15F88-02B4-EDE5-0DD9-5B8443B92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417C673-64B4-1223-E972-AAB2AC16F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DB05E-D7C5-42D0-A7E2-E17043E412FB}" type="datetimeFigureOut">
              <a:rPr lang="ru-BY" smtClean="0"/>
              <a:t>08.03.2026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8A82084-212D-FB8C-0E02-E5BCF2B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72C1E5A-FFF1-0127-C2FF-B5DF38655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BED06-45F4-4FCD-8561-E89DA12CAF20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441166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955071-4277-494A-5FD4-4937E5B67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1C46D81-160C-3C5E-2E75-B7BA388F5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5077678-BA07-223E-577D-C97A5E6FC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3F7BCB0-8C53-D7C3-7105-D886E57AFF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101DC8E-1C6B-3BC3-69C8-AD25D9BC4F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3864FEF-02FF-E22E-9213-BC3498BA7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DB05E-D7C5-42D0-A7E2-E17043E412FB}" type="datetimeFigureOut">
              <a:rPr lang="ru-BY" smtClean="0"/>
              <a:t>08.03.2026</a:t>
            </a:fld>
            <a:endParaRPr lang="ru-BY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5F868AA-90EE-8A59-57E9-B5118B522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97E6802-032D-C4E9-6F83-15BBCE01F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BED06-45F4-4FCD-8561-E89DA12CAF20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805987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97BC7A-E821-675D-B9D1-4E8DD4179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AA0D523-E7F8-2256-59D3-E3FB68BAB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DB05E-D7C5-42D0-A7E2-E17043E412FB}" type="datetimeFigureOut">
              <a:rPr lang="ru-BY" smtClean="0"/>
              <a:t>08.03.2026</a:t>
            </a:fld>
            <a:endParaRPr lang="ru-BY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B5EA248-78A9-991A-D602-46EEDBDF9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9EA1E63-FDD5-CAD0-3A7A-824423B2F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BED06-45F4-4FCD-8561-E89DA12CAF20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353130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CF4BE21-CFD3-CA36-504F-143EDE1B4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DB05E-D7C5-42D0-A7E2-E17043E412FB}" type="datetimeFigureOut">
              <a:rPr lang="ru-BY" smtClean="0"/>
              <a:t>08.03.2026</a:t>
            </a:fld>
            <a:endParaRPr lang="ru-BY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B0C31CA-3D7C-F4F4-20A9-1A0013C18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D048B26-6FAD-FE93-4D4B-F83B1BFEE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BED06-45F4-4FCD-8561-E89DA12CAF20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616276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5087BC-6AB8-4D4A-BE7C-F62AC5CB3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9AD9A7-537C-8E52-7CAF-7C58BC285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CC66999-F90F-C84B-2463-B93CAEC85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8B59941-D41D-8288-6BEA-5224FF978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DB05E-D7C5-42D0-A7E2-E17043E412FB}" type="datetimeFigureOut">
              <a:rPr lang="ru-BY" smtClean="0"/>
              <a:t>08.03.2026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C8F8D3-CC3D-154F-521D-8AD22776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C82E0F5-5621-DA2B-CE10-5D55EDFB6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BED06-45F4-4FCD-8561-E89DA12CAF20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080396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257C8A-242B-39BD-C08D-D019DA704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A7D4D02-FC42-8770-01EE-B2838843D5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26FF0B-318D-8219-9B3A-4ADB308A12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84AF3DA-72C9-8562-5154-517684AB3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DB05E-D7C5-42D0-A7E2-E17043E412FB}" type="datetimeFigureOut">
              <a:rPr lang="ru-BY" smtClean="0"/>
              <a:t>08.03.2026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A7566F9-742A-7EEF-8E92-3F6152861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FDC22B-DA02-9858-7CB8-A839515C3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BED06-45F4-4FCD-8561-E89DA12CAF20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249799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B811F8-4F04-78C5-A381-6C7945F8E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A6BD299-446A-CB04-E4D5-F32032E48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F5590C-067B-125B-F891-9B9F0749B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DB05E-D7C5-42D0-A7E2-E17043E412FB}" type="datetimeFigureOut">
              <a:rPr lang="ru-BY" smtClean="0"/>
              <a:t>08.03.2026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597FA0-F3E2-250E-7EC6-B4539D375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0F09C2-A5E6-5B8C-535C-50337FFAF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BED06-45F4-4FCD-8561-E89DA12CAF20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225196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9DF041D-7410-2E70-5A27-07C501A6D6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15665F0-0031-D5D9-F829-518F3B131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E02E3D-C070-249E-B6C2-57D9BE54E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DB05E-D7C5-42D0-A7E2-E17043E412FB}" type="datetimeFigureOut">
              <a:rPr lang="ru-BY" smtClean="0"/>
              <a:t>08.03.2026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74B808-B5EA-7284-11BB-62D59BAEE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DBEC07-98D4-07AB-0592-D2A40F245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BED06-45F4-4FCD-8561-E89DA12CAF20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793842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798177-0C19-1838-BB4C-BE1760188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F7B768-54EB-1654-B3B4-23E7A66D5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01FEAE-6A87-51F8-B891-3D772AB432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DDB05E-D7C5-42D0-A7E2-E17043E412FB}" type="datetimeFigureOut">
              <a:rPr lang="ru-BY" smtClean="0"/>
              <a:t>08.03.2026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39F3B8-4E84-1005-848F-A7F5381AD2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748DF3-6AE8-C1B4-96D5-77D079A99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0BED06-45F4-4FCD-8561-E89DA12CAF20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148251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B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текст, снимок экрана, программное обеспечение, Мультимедийное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5B6CF08-ECDC-47EE-F4E4-52C8C65E5C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19876" y="490602"/>
            <a:ext cx="11168743" cy="628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8955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 Александр</dc:creator>
  <cp:lastModifiedBy>Александр Александр</cp:lastModifiedBy>
  <cp:revision>1</cp:revision>
  <dcterms:created xsi:type="dcterms:W3CDTF">2026-03-07T21:05:46Z</dcterms:created>
  <dcterms:modified xsi:type="dcterms:W3CDTF">2026-03-07T21:08:35Z</dcterms:modified>
</cp:coreProperties>
</file>